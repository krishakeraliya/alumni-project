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lNWvsFGxGxwCvIiPnjVGoaGuy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07096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1"/>
          <p:cNvSpPr/>
          <p:nvPr/>
        </p:nvSpPr>
        <p:spPr>
          <a:xfrm>
            <a:off x="27132" y="106673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2" name="Google Shape;22;p11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11"/>
          <p:cNvSpPr/>
          <p:nvPr/>
        </p:nvSpPr>
        <p:spPr>
          <a:xfrm>
            <a:off x="11023134" y="0"/>
            <a:ext cx="1141734" cy="1233082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https://lh7-rt.googleusercontent.com/docsz/AD_4nXfM16tyrBvvXKuvu0YyaEbD5UhvkuagmW8wm2LmVTNN9fDGgWds1PR7GUn68D7_AVXxmqYteiNh7Fa4A4dfxvc-5RwOQ-dbrSpgleNIaJIYlEEB1D3SkFNxRHEGjwUlMPoam_HVASpHzHpeFrNtFys?key=-Q_9pHlqnUmImE8YLMVCx5_-" id="24" name="Google Shape;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0" y="-5898"/>
            <a:ext cx="1104176" cy="1082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24"/>
          <p:cNvSpPr/>
          <p:nvPr/>
        </p:nvSpPr>
        <p:spPr>
          <a:xfrm>
            <a:off x="27132" y="107096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2" name="Google Shape;32;p24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3" name="Google Shape;3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94370" y="0"/>
            <a:ext cx="1242955" cy="1242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27132" y="107096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04" name="Google Shape;104;p13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5" name="Google Shape;10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94370" y="0"/>
            <a:ext cx="1456501" cy="145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ctrTitle"/>
          </p:nvPr>
        </p:nvSpPr>
        <p:spPr>
          <a:xfrm>
            <a:off x="1524000" y="107096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9" name="Google Shape;10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32" y="4222"/>
            <a:ext cx="1691811" cy="107309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/>
          <p:nvPr/>
        </p:nvSpPr>
        <p:spPr>
          <a:xfrm>
            <a:off x="27132" y="106673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4" name="Google Shape;114;p14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14"/>
          <p:cNvSpPr/>
          <p:nvPr/>
        </p:nvSpPr>
        <p:spPr>
          <a:xfrm>
            <a:off x="11023134" y="0"/>
            <a:ext cx="1141734" cy="1233082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4" name="Google Shape;134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0" name="Google Shape;150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1" name="Google Shape;1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8" name="Google Shape;1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8">
            <a:alpha val="74901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8">
            <a:alpha val="74901"/>
          </a:srgbClr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tailwindcss.com/docs" TargetMode="External"/><Relationship Id="rId4" Type="http://schemas.openxmlformats.org/officeDocument/2006/relationships/hyperlink" Target="https://tailwindcss.com/docs" TargetMode="External"/><Relationship Id="rId5" Type="http://schemas.openxmlformats.org/officeDocument/2006/relationships/hyperlink" Target="https://tailwindcss.com/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"/>
          <p:cNvSpPr txBox="1"/>
          <p:nvPr>
            <p:ph type="ctrTitle"/>
          </p:nvPr>
        </p:nvSpPr>
        <p:spPr>
          <a:xfrm>
            <a:off x="1524000" y="1584220"/>
            <a:ext cx="9144000" cy="1241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Sarvajanik College of Engineering and Technology</a:t>
            </a:r>
            <a:br>
              <a:rPr b="0" i="0" lang="en-US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Department Name</a:t>
            </a:r>
            <a:b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Summer Project/Internship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"/>
          <p:cNvSpPr txBox="1"/>
          <p:nvPr>
            <p:ph idx="1" type="subTitle"/>
          </p:nvPr>
        </p:nvSpPr>
        <p:spPr>
          <a:xfrm>
            <a:off x="251012" y="5076732"/>
            <a:ext cx="6033247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Presented By: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ET22BTIT051[Krisha Keraliya]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ET22BTIT030[Harshil Gajipara]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9" name="Google Shape;179;p1"/>
          <p:cNvSpPr txBox="1"/>
          <p:nvPr/>
        </p:nvSpPr>
        <p:spPr>
          <a:xfrm>
            <a:off x="8993750" y="5944625"/>
            <a:ext cx="31086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Mentor Name:</a:t>
            </a: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Mitali Desai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1524000" y="2744227"/>
            <a:ext cx="9144000" cy="13695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2600"/>
              <a:t>Mood Tasker – A Mood-Based Productivity Web App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"/>
          <p:cNvSpPr txBox="1"/>
          <p:nvPr>
            <p:ph idx="1" type="body"/>
          </p:nvPr>
        </p:nvSpPr>
        <p:spPr>
          <a:xfrm>
            <a:off x="838200" y="1416351"/>
            <a:ext cx="10515600" cy="47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2286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0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Mood Tasker is a unique web application developed to enhance productivity by integrating personal mood into task management. It provides a holistic approach to daily planning.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220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Why it was created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</a:t>
            </a: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To address common challenges like procrastination and lack of focus, by aligning tasks with your current emotional state.</a:t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Char char="•"/>
            </a:pPr>
            <a:r>
              <a:rPr b="1" lang="en-US" sz="220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Empowering productivity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</a:t>
            </a: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Moving beyond generic to-do lists, Mood Tasker adapts to your inner state, making productivity feel more natural and less overwhelming.</a:t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Problem Definition</a:t>
            </a:r>
            <a:endParaRPr/>
          </a:p>
        </p:txBody>
      </p:sp>
      <p:sp>
        <p:nvSpPr>
          <p:cNvPr id="193" name="Google Shape;19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Font typeface="Cambria"/>
              <a:buChar char="•"/>
            </a:pPr>
            <a:r>
              <a:rPr lang="en-US"/>
              <a:t>Most traditional productivity tools ignore a user’s mental state.</a:t>
            </a:r>
            <a:endParaRPr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Font typeface="Cambria"/>
              <a:buChar char="•"/>
            </a:pPr>
            <a:r>
              <a:rPr lang="en-US"/>
              <a:t>Stress, burnout, or demotivation significantly affect task execution.</a:t>
            </a:r>
            <a:endParaRPr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Font typeface="Cambria"/>
              <a:buChar char="•"/>
            </a:pPr>
            <a:r>
              <a:rPr lang="en-US"/>
              <a:t>There is a notable lack of tools that effectively adapt to mood-driven productivity.</a:t>
            </a:r>
            <a:endParaRPr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Font typeface="Cambria"/>
              <a:buChar char="•"/>
            </a:pPr>
            <a:r>
              <a:rPr lang="en-US"/>
              <a:t>A more human-centered, adaptive task manager is needed to overcome these limitations.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</p:txBody>
      </p:sp>
      <p:sp>
        <p:nvSpPr>
          <p:cNvPr id="200" name="Google Shape;20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primary motivation behind selecting this problem was to provide a solution to the productivity paradox, where current tools do not account for a user's emotional state.</a:t>
            </a:r>
            <a:endParaRPr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Existing work/methods often lead to stress, burnout, and demotivation because they don't adjust to the user's emotional well-being.</a:t>
            </a:r>
            <a:endParaRPr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Mood Tasker was created to overcome these limitations by offering a personalized approach that fosters sustainable productivity.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/>
          </a:p>
        </p:txBody>
      </p:sp>
      <p:sp>
        <p:nvSpPr>
          <p:cNvPr id="207" name="Google Shape;207;p5"/>
          <p:cNvSpPr txBox="1"/>
          <p:nvPr>
            <p:ph idx="1" type="body"/>
          </p:nvPr>
        </p:nvSpPr>
        <p:spPr>
          <a:xfrm>
            <a:off x="838200" y="1562275"/>
            <a:ext cx="11353800" cy="52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Mood Tasker utilizes an adaptive solution approach, ensuring tasks align with the user's emotional state for optimal performance and well-being.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System Flow: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Mood Tasker guides users through a seamless workflow.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1. Select Mood: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User chooses their current emotional state (e.g., Relaxed, Stressed, Happy, Okay).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2. Enter Main Task: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The user defines the primary task for the session.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3. Take Breaks: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Optional mood-based breaks with integrated timers (5 or 10 minutes) are offered. Suggestions for breaks include breathing exercises, listening to music, or light stretching.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4. Save Status: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Task completion status is recorded.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5. Weekly Planner: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Users can organize tasks for the entire week, adding and managing tasks day-wise.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6. Summary &amp; Revision: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Users can review progress and receive spaced repetition reminders for revision.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Adaptive Interface: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The colors, layout, and reminders within the app adjust based on the selected mood, optimizing user focus.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Data Storage: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Task data, including mood and completion date, is saved locally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Technologies Learned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6"/>
          <p:cNvSpPr txBox="1"/>
          <p:nvPr>
            <p:ph idx="1" type="body"/>
          </p:nvPr>
        </p:nvSpPr>
        <p:spPr>
          <a:xfrm>
            <a:off x="838200" y="1690700"/>
            <a:ext cx="11353800" cy="5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ReactJS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Used for building the app's frontend with reusable components like Mood Selector, Task Manager, and Weekly Tracker. Gained hands-on experience in handling state, props, and hooks.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Tailwind CSS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Helped design a clean, responsive, and modern UI using utility-first CSS classes. Improved styling speed and layout consistency.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Vite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Used as the project build tool for fast development, instant reloads, and efficient performance compared to traditional setups.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LocalStorage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Implemented to store user data like mood entries and tasks without a backend. Learned to work with JSON, data persistence, and session handling.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JavaScript ES6+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Improved logic writing and learned modern JavaScript features while handling DOM interactions and conditional rendering.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Git &amp; GitHub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Used for version control and to host the complete project repository online. Learned how to push commits, manage branches, and collaborate.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15" name="Google Shape;21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 txBox="1"/>
          <p:nvPr>
            <p:ph type="title"/>
          </p:nvPr>
        </p:nvSpPr>
        <p:spPr>
          <a:xfrm>
            <a:off x="838200" y="242294"/>
            <a:ext cx="10515600" cy="9587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 and Implementation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(or Working Demo)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7"/>
          <p:cNvSpPr txBox="1"/>
          <p:nvPr>
            <p:ph idx="1" type="body"/>
          </p:nvPr>
        </p:nvSpPr>
        <p:spPr>
          <a:xfrm>
            <a:off x="773500" y="1731425"/>
            <a:ext cx="10515600" cy="4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Mood-Adaptive Task Management:</a:t>
            </a:r>
            <a:r>
              <a:rPr lang="en-US" sz="2100"/>
              <a:t> The application successfully adapts its interface and suggestions based on the user's selected mood, ensuring tasks align with emotional state.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Enhanced Productivity through Breaks:</a:t>
            </a:r>
            <a:r>
              <a:rPr lang="en-US" sz="2100"/>
              <a:t> Integrated mood-based breaks with timers help users refresh their minds and maintain sustained productivity.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Organized Weekly Planning:</a:t>
            </a:r>
            <a:r>
              <a:rPr lang="en-US" sz="2100"/>
              <a:t> Users can effectively plan and manage their tasks on a day-wise basis, with data persisting locally.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Productivity Insights:</a:t>
            </a:r>
            <a:r>
              <a:rPr lang="en-US" sz="2100"/>
              <a:t> The system provides a daily summary of completed tasks with associated moods and visual insights into productivity patterns (e.g., tasks completed per day, tasks by mood).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Effective Revision Reminders:</a:t>
            </a:r>
            <a:r>
              <a:rPr lang="en-US" sz="2100"/>
              <a:t> The spaced repetition technique is implemented to provide timely revision reminders for completed tasks (after 1, 3, and 7 days), automatically detected from completion history.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100"/>
          </a:p>
        </p:txBody>
      </p:sp>
      <p:sp>
        <p:nvSpPr>
          <p:cNvPr id="222" name="Google Shape;2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Timeline Chart for Project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8"/>
          <p:cNvSpPr txBox="1"/>
          <p:nvPr>
            <p:ph idx="1" type="body"/>
          </p:nvPr>
        </p:nvSpPr>
        <p:spPr>
          <a:xfrm>
            <a:off x="997875" y="1470050"/>
            <a:ext cx="11117400" cy="50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Week 1 – Project Planning</a:t>
            </a: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🔹 Selected project idea: </a:t>
            </a:r>
            <a:r>
              <a:rPr i="1" lang="en-US" sz="1600">
                <a:latin typeface="Arial"/>
                <a:ea typeface="Arial"/>
                <a:cs typeface="Arial"/>
                <a:sym typeface="Arial"/>
              </a:rPr>
              <a:t>MoodTasker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– A mood-based task tracking web app.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Week 2 – UI Design Begins</a:t>
            </a: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🔹 Designed basic layout: Homepage, Mood Selector &amp; Task List.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Week 3 – Feature Development</a:t>
            </a: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🔹 Implemented mood-based task creation and daily tracking system.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Week 4 – Local Storage Integration</a:t>
            </a: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🔹 Enabled data persistence without backend using browser LocalStorage.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Week 5 – UI Enhancements</a:t>
            </a: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🔹 Improved design with Tailwind CSS and added smooth animations.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Week 6 – Testing &amp; Bug Fixing</a:t>
            </a: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🔹 Conducted complete UI/UX testing and resolved reported issues.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Week 7 – Final Touches</a:t>
            </a:r>
            <a:br>
              <a:rPr b="1"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🔹 Uploaded code to GitHub and prepared project presentation slides.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9"/>
          <p:cNvSpPr txBox="1"/>
          <p:nvPr>
            <p:ph idx="1" type="body"/>
          </p:nvPr>
        </p:nvSpPr>
        <p:spPr>
          <a:xfrm>
            <a:off x="921001" y="1847850"/>
            <a:ext cx="11162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ReactJS Documentation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https://reactjs.org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Tailwind CSS Docs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</a:t>
            </a:r>
            <a:r>
              <a:rPr lang="en-US" sz="22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en-US" sz="2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https://tailwindcss.com/docs</a:t>
            </a:r>
            <a:br>
              <a:rPr lang="en-US" sz="2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</a:br>
            <a:endParaRPr sz="22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Vite Official Site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https://vitejs.dev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undraw.co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for free illustrations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Freepik &amp; Flaticon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for icons and emojis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MDN Web Docs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for general web development help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2024-08-22T05:23:39Z</dcterms:created>
  <dc:creator>admin</dc:creator>
</cp:coreProperties>
</file>