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bOkrT7z267l4Pzguby3GQuc/K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1524000" y="107096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132" y="4222"/>
            <a:ext cx="1691811" cy="107309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9"/>
          <p:cNvSpPr/>
          <p:nvPr/>
        </p:nvSpPr>
        <p:spPr>
          <a:xfrm>
            <a:off x="27132" y="1066732"/>
            <a:ext cx="978408" cy="484632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12700">
            <a:solidFill>
              <a:srgbClr val="788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23" name="Google Shape;23;p9"/>
          <p:cNvCxnSpPr/>
          <p:nvPr/>
        </p:nvCxnSpPr>
        <p:spPr>
          <a:xfrm>
            <a:off x="978408" y="1296960"/>
            <a:ext cx="11186460" cy="16318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" name="Google Shape;24;p9"/>
          <p:cNvSpPr/>
          <p:nvPr/>
        </p:nvSpPr>
        <p:spPr>
          <a:xfrm>
            <a:off x="11023134" y="0"/>
            <a:ext cx="1141734" cy="1233082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788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10"/>
          <p:cNvSpPr/>
          <p:nvPr/>
        </p:nvSpPr>
        <p:spPr>
          <a:xfrm>
            <a:off x="27132" y="1070962"/>
            <a:ext cx="978408" cy="484632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12700">
            <a:solidFill>
              <a:srgbClr val="788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32" name="Google Shape;32;p10"/>
          <p:cNvCxnSpPr/>
          <p:nvPr/>
        </p:nvCxnSpPr>
        <p:spPr>
          <a:xfrm>
            <a:off x="978408" y="1296960"/>
            <a:ext cx="11186460" cy="16318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3" name="Google Shape;3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94370" y="0"/>
            <a:ext cx="1456501" cy="145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FE8">
            <a:alpha val="74901"/>
          </a:srgbClr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/>
          <p:nvPr>
            <p:ph type="ctrTitle"/>
          </p:nvPr>
        </p:nvSpPr>
        <p:spPr>
          <a:xfrm>
            <a:off x="1524000" y="1406804"/>
            <a:ext cx="9144000" cy="12419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strike="noStrike">
                <a:latin typeface="Arial"/>
                <a:ea typeface="Arial"/>
                <a:cs typeface="Arial"/>
                <a:sym typeface="Arial"/>
              </a:rPr>
              <a:t>Sarvajanik College of Engineering and Technology</a:t>
            </a:r>
            <a:br>
              <a:rPr b="0" i="0" lang="en-US" sz="2400" u="none" strike="noStrike"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latin typeface="Arial"/>
                <a:ea typeface="Arial"/>
                <a:cs typeface="Arial"/>
                <a:sym typeface="Arial"/>
              </a:rPr>
              <a:t>Information Technology</a:t>
            </a:r>
            <a:br>
              <a:rPr b="0" i="0" lang="en-US" sz="2400" u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strike="noStrike">
                <a:latin typeface="Arial"/>
                <a:ea typeface="Arial"/>
                <a:cs typeface="Arial"/>
                <a:sym typeface="Arial"/>
              </a:rPr>
              <a:t>Subject: Project-I        Code: BTIT16701 / BTAI16701</a:t>
            </a:r>
            <a:endParaRPr sz="2400"/>
          </a:p>
        </p:txBody>
      </p:sp>
      <p:sp>
        <p:nvSpPr>
          <p:cNvPr id="96" name="Google Shape;96;p1"/>
          <p:cNvSpPr txBox="1"/>
          <p:nvPr>
            <p:ph idx="1" type="subTitle"/>
          </p:nvPr>
        </p:nvSpPr>
        <p:spPr>
          <a:xfrm>
            <a:off x="251012" y="5076732"/>
            <a:ext cx="6033247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Presented By: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ET22BTIT051[Krisha Keraliya]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ET22BTIT030[Harshil Gajipara]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7709648" y="5451196"/>
            <a:ext cx="4392705" cy="1194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Supervised By:[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Mitul Patel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]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1524003" y="2744252"/>
            <a:ext cx="9144000" cy="136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CareerPrep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>
            <p:ph type="title"/>
          </p:nvPr>
        </p:nvSpPr>
        <p:spPr>
          <a:xfrm>
            <a:off x="838200" y="2496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04" name="Google Shape;104;p2"/>
          <p:cNvSpPr txBox="1"/>
          <p:nvPr>
            <p:ph idx="1" type="body"/>
          </p:nvPr>
        </p:nvSpPr>
        <p:spPr>
          <a:xfrm>
            <a:off x="838200" y="1825625"/>
            <a:ext cx="60261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685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>
                <a:latin typeface="Roboto"/>
                <a:ea typeface="Roboto"/>
                <a:cs typeface="Roboto"/>
                <a:sym typeface="Roboto"/>
              </a:rPr>
              <a:t>Effective career preparation requires proficiency in aptitude, coding, and HR skills. This project will deliver a comprehensive tool where students practice aptitude MCQs, check code accuracy, and rehearse HR questions, all in one place.</a:t>
            </a:r>
            <a:endParaRPr sz="2300"/>
          </a:p>
        </p:txBody>
      </p:sp>
      <p:sp>
        <p:nvSpPr>
          <p:cNvPr id="105" name="Google Shape;105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6" name="Google Shape;106;p2" title="certificate_1844796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3913" y="2107125"/>
            <a:ext cx="3016325" cy="301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Problem Definition</a:t>
            </a:r>
            <a:endParaRPr/>
          </a:p>
        </p:txBody>
      </p:sp>
      <p:sp>
        <p:nvSpPr>
          <p:cNvPr id="112" name="Google Shape;112;p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955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latin typeface="Roboto"/>
                <a:ea typeface="Roboto"/>
                <a:cs typeface="Roboto"/>
                <a:sym typeface="Roboto"/>
              </a:rPr>
              <a:t>This project aims to create a platform with three integrated modules—Aptitude Test, Code Checker, and HR Practice—to enhance students’ skills in aptitude, programming, and HR interview preparation. The solution supports self-paced learning and objective evaluation.</a:t>
            </a:r>
            <a:endParaRPr sz="2500"/>
          </a:p>
        </p:txBody>
      </p:sp>
      <p:sp>
        <p:nvSpPr>
          <p:cNvPr id="113" name="Google Shape;113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4" name="Google Shape;114;p3" title="322156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6888" y="4822425"/>
            <a:ext cx="1698225" cy="169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Motivation</a:t>
            </a:r>
            <a:endParaRPr/>
          </a:p>
        </p:txBody>
      </p:sp>
      <p:sp>
        <p:nvSpPr>
          <p:cNvPr id="120" name="Google Shape;120;p4"/>
          <p:cNvSpPr txBox="1"/>
          <p:nvPr>
            <p:ph idx="1" type="body"/>
          </p:nvPr>
        </p:nvSpPr>
        <p:spPr>
          <a:xfrm>
            <a:off x="838200" y="1423725"/>
            <a:ext cx="10515600" cy="56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Students often lack structured guidance for 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aptitude, coding, and HR preparation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2300">
                <a:latin typeface="Arial"/>
                <a:ea typeface="Arial"/>
                <a:cs typeface="Arial"/>
                <a:sym typeface="Arial"/>
              </a:rPr>
            </a:br>
            <a:r>
              <a:rPr lang="en-US" sz="2300">
                <a:latin typeface="Arial"/>
                <a:ea typeface="Arial"/>
                <a:cs typeface="Arial"/>
                <a:sym typeface="Arial"/>
              </a:rPr>
              <a:t>Existing platforms provide questions and coding exercises but 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do not provide AI-based evaluation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level-based gamified learning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2300">
                <a:latin typeface="Arial"/>
                <a:ea typeface="Arial"/>
                <a:cs typeface="Arial"/>
                <a:sym typeface="Arial"/>
              </a:rPr>
            </a:b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Our Motivation: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Introduce 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gamification for aptitude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2400">
                <a:latin typeface="Arial"/>
                <a:ea typeface="Arial"/>
                <a:cs typeface="Arial"/>
                <a:sym typeface="Arial"/>
              </a:rPr>
            </a:b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Provide 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AI-powered feedback on programming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2400">
                <a:latin typeface="Arial"/>
                <a:ea typeface="Arial"/>
                <a:cs typeface="Arial"/>
                <a:sym typeface="Arial"/>
              </a:rPr>
            </a:b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Offer 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structured HR interview practice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Methodology</a:t>
            </a:r>
            <a:endParaRPr/>
          </a:p>
        </p:txBody>
      </p:sp>
      <p:pic>
        <p:nvPicPr>
          <p:cNvPr id="127" name="Google Shape;127;p5" title="istockphoto-1396113348-612x6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2650" y="4100075"/>
            <a:ext cx="3646700" cy="24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228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Roboto"/>
              <a:buChar char="•"/>
            </a:pPr>
            <a:r>
              <a:rPr b="1" lang="en-US" sz="2500">
                <a:latin typeface="Roboto"/>
                <a:ea typeface="Roboto"/>
                <a:cs typeface="Roboto"/>
                <a:sym typeface="Roboto"/>
              </a:rPr>
              <a:t>Module 1: Aptitude </a:t>
            </a:r>
            <a:r>
              <a:rPr b="1" lang="en-US" sz="2500"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2500">
                <a:latin typeface="Roboto"/>
                <a:ea typeface="Roboto"/>
                <a:cs typeface="Roboto"/>
                <a:sym typeface="Roboto"/>
              </a:rPr>
              <a:t> Multiple-choice questions ,Level-wise unlock,After submission: analysis of score, wrong questions → retry later.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  <a:p>
            <a:pPr indent="-273050" lvl="0" marL="228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Roboto"/>
              <a:buChar char="•"/>
            </a:pPr>
            <a:r>
              <a:rPr b="1" lang="en-US" sz="2500">
                <a:latin typeface="Roboto"/>
                <a:ea typeface="Roboto"/>
                <a:cs typeface="Roboto"/>
                <a:sym typeface="Roboto"/>
              </a:rPr>
              <a:t>Module 2: Programming Round:</a:t>
            </a:r>
            <a:r>
              <a:rPr lang="en-US" sz="2500">
                <a:latin typeface="Roboto"/>
                <a:ea typeface="Roboto"/>
                <a:cs typeface="Roboto"/>
                <a:sym typeface="Roboto"/>
              </a:rPr>
              <a:t> Users solve coding problems and submit.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Backend uses 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AI or trusted code-checking API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for:Correctness,Code quality,Hints and suggestions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Roboto"/>
              <a:buChar char="•"/>
            </a:pPr>
            <a:r>
              <a:rPr b="1" lang="en-US" sz="2500">
                <a:latin typeface="Roboto"/>
                <a:ea typeface="Roboto"/>
                <a:cs typeface="Roboto"/>
                <a:sym typeface="Roboto"/>
              </a:rPr>
              <a:t>Module 3: HR / Soft Skills Round:</a:t>
            </a:r>
            <a:r>
              <a:rPr lang="en-US" sz="2500">
                <a:latin typeface="Roboto"/>
                <a:ea typeface="Roboto"/>
                <a:cs typeface="Roboto"/>
                <a:sym typeface="Roboto"/>
              </a:rPr>
              <a:t> Users practice common HR questions (Tell me about yourself, Strength/Weakness, Why this company?).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  <a:p>
            <a:pPr indent="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29" name="Google Shape;12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Timeline Chart for Project Work</a:t>
            </a:r>
            <a:endParaRPr/>
          </a:p>
        </p:txBody>
      </p:sp>
      <p:sp>
        <p:nvSpPr>
          <p:cNvPr id="135" name="Google Shape;135;p6"/>
          <p:cNvSpPr txBox="1"/>
          <p:nvPr>
            <p:ph idx="1" type="body"/>
          </p:nvPr>
        </p:nvSpPr>
        <p:spPr>
          <a:xfrm>
            <a:off x="838200" y="1343525"/>
            <a:ext cx="6381600" cy="5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US" sz="5600">
                <a:latin typeface="Arial"/>
                <a:ea typeface="Arial"/>
                <a:cs typeface="Arial"/>
                <a:sym typeface="Arial"/>
              </a:rPr>
              <a:t>Phase 1: Planning &amp; UI Design</a:t>
            </a:r>
            <a:endParaRPr b="1" sz="56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5600">
                <a:latin typeface="Arial"/>
                <a:ea typeface="Arial"/>
                <a:cs typeface="Arial"/>
                <a:sym typeface="Arial"/>
              </a:rPr>
              <a:t>Finalized project idea</a:t>
            </a:r>
            <a:br>
              <a:rPr lang="en-US" sz="5600">
                <a:latin typeface="Arial"/>
                <a:ea typeface="Arial"/>
                <a:cs typeface="Arial"/>
                <a:sym typeface="Arial"/>
              </a:rPr>
            </a:br>
            <a:endParaRPr sz="56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5600">
                <a:latin typeface="Arial"/>
                <a:ea typeface="Arial"/>
                <a:cs typeface="Arial"/>
                <a:sym typeface="Arial"/>
              </a:rPr>
              <a:t>Designed </a:t>
            </a:r>
            <a:r>
              <a:rPr b="1" lang="en-US" sz="5600">
                <a:latin typeface="Arial"/>
                <a:ea typeface="Arial"/>
                <a:cs typeface="Arial"/>
                <a:sym typeface="Arial"/>
              </a:rPr>
              <a:t>Home, Signup/Login, Module UI</a:t>
            </a:r>
            <a:br>
              <a:rPr b="1" lang="en-US" sz="5600">
                <a:latin typeface="Arial"/>
                <a:ea typeface="Arial"/>
                <a:cs typeface="Arial"/>
                <a:sym typeface="Arial"/>
              </a:rPr>
            </a:br>
            <a:endParaRPr b="1" sz="5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5600">
                <a:latin typeface="Arial"/>
                <a:ea typeface="Arial"/>
                <a:cs typeface="Arial"/>
                <a:sym typeface="Arial"/>
              </a:rPr>
              <a:t>Phase 2: Module Implementation (In Progress)</a:t>
            </a:r>
            <a:endParaRPr b="1" sz="56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-US" sz="5600">
                <a:latin typeface="Arial"/>
                <a:ea typeface="Arial"/>
                <a:cs typeface="Arial"/>
                <a:sym typeface="Arial"/>
              </a:rPr>
              <a:t>Aptitude Module:</a:t>
            </a:r>
            <a:r>
              <a:rPr lang="en-US" sz="5600">
                <a:latin typeface="Arial"/>
                <a:ea typeface="Arial"/>
                <a:cs typeface="Arial"/>
                <a:sym typeface="Arial"/>
              </a:rPr>
              <a:t> Partial implementation with level-based questions</a:t>
            </a:r>
            <a:br>
              <a:rPr lang="en-US" sz="5600">
                <a:latin typeface="Arial"/>
                <a:ea typeface="Arial"/>
                <a:cs typeface="Arial"/>
                <a:sym typeface="Arial"/>
              </a:rPr>
            </a:br>
            <a:endParaRPr sz="56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5600">
                <a:latin typeface="Arial"/>
                <a:ea typeface="Arial"/>
                <a:cs typeface="Arial"/>
                <a:sym typeface="Arial"/>
              </a:rPr>
              <a:t>UI navigation improvements</a:t>
            </a:r>
            <a:br>
              <a:rPr lang="en-US" sz="5600">
                <a:latin typeface="Arial"/>
                <a:ea typeface="Arial"/>
                <a:cs typeface="Arial"/>
                <a:sym typeface="Arial"/>
              </a:rPr>
            </a:br>
            <a:endParaRPr sz="5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US" sz="5600">
                <a:latin typeface="Arial"/>
                <a:ea typeface="Arial"/>
                <a:cs typeface="Arial"/>
                <a:sym typeface="Arial"/>
              </a:rPr>
              <a:t>Phase 3: Next Steps</a:t>
            </a:r>
            <a:endParaRPr b="1" sz="56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5600">
                <a:latin typeface="Arial"/>
                <a:ea typeface="Arial"/>
                <a:cs typeface="Arial"/>
                <a:sym typeface="Arial"/>
              </a:rPr>
              <a:t>Complete </a:t>
            </a:r>
            <a:r>
              <a:rPr b="1" lang="en-US" sz="5600">
                <a:latin typeface="Arial"/>
                <a:ea typeface="Arial"/>
                <a:cs typeface="Arial"/>
                <a:sym typeface="Arial"/>
              </a:rPr>
              <a:t>Aptitude Module</a:t>
            </a:r>
            <a:r>
              <a:rPr lang="en-US" sz="5600">
                <a:latin typeface="Arial"/>
                <a:ea typeface="Arial"/>
                <a:cs typeface="Arial"/>
                <a:sym typeface="Arial"/>
              </a:rPr>
              <a:t> gamification</a:t>
            </a:r>
            <a:br>
              <a:rPr lang="en-US" sz="5600">
                <a:latin typeface="Arial"/>
                <a:ea typeface="Arial"/>
                <a:cs typeface="Arial"/>
                <a:sym typeface="Arial"/>
              </a:rPr>
            </a:br>
            <a:endParaRPr sz="56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5600">
                <a:latin typeface="Arial"/>
                <a:ea typeface="Arial"/>
                <a:cs typeface="Arial"/>
                <a:sym typeface="Arial"/>
              </a:rPr>
              <a:t>Integrate </a:t>
            </a:r>
            <a:r>
              <a:rPr b="1" lang="en-US" sz="5600">
                <a:latin typeface="Arial"/>
                <a:ea typeface="Arial"/>
                <a:cs typeface="Arial"/>
                <a:sym typeface="Arial"/>
              </a:rPr>
              <a:t>AI code review</a:t>
            </a:r>
            <a:r>
              <a:rPr lang="en-US" sz="5600">
                <a:latin typeface="Arial"/>
                <a:ea typeface="Arial"/>
                <a:cs typeface="Arial"/>
                <a:sym typeface="Arial"/>
              </a:rPr>
              <a:t> for Programming Module</a:t>
            </a:r>
            <a:br>
              <a:rPr lang="en-US" sz="5600">
                <a:latin typeface="Arial"/>
                <a:ea typeface="Arial"/>
                <a:cs typeface="Arial"/>
                <a:sym typeface="Arial"/>
              </a:rPr>
            </a:br>
            <a:endParaRPr sz="56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5600">
                <a:latin typeface="Arial"/>
                <a:ea typeface="Arial"/>
                <a:cs typeface="Arial"/>
                <a:sym typeface="Arial"/>
              </a:rPr>
              <a:t>Implement HR Module</a:t>
            </a:r>
            <a:br>
              <a:rPr lang="en-US" sz="5600">
                <a:latin typeface="Arial"/>
                <a:ea typeface="Arial"/>
                <a:cs typeface="Arial"/>
                <a:sym typeface="Arial"/>
              </a:rPr>
            </a:br>
            <a:endParaRPr sz="5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US" sz="5600">
                <a:latin typeface="Arial"/>
                <a:ea typeface="Arial"/>
                <a:cs typeface="Arial"/>
                <a:sym typeface="Arial"/>
              </a:rPr>
              <a:t>Phase 4: Testing &amp; Deployment</a:t>
            </a:r>
            <a:endParaRPr b="1" sz="56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5600">
                <a:latin typeface="Arial"/>
                <a:ea typeface="Arial"/>
                <a:cs typeface="Arial"/>
                <a:sym typeface="Arial"/>
              </a:rPr>
              <a:t>Module testing &amp; bug fixes</a:t>
            </a:r>
            <a:br>
              <a:rPr lang="en-US" sz="5600">
                <a:latin typeface="Arial"/>
                <a:ea typeface="Arial"/>
                <a:cs typeface="Arial"/>
                <a:sym typeface="Arial"/>
              </a:rPr>
            </a:br>
            <a:endParaRPr sz="56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5600">
                <a:latin typeface="Arial"/>
                <a:ea typeface="Arial"/>
                <a:cs typeface="Arial"/>
                <a:sym typeface="Arial"/>
              </a:rPr>
              <a:t>Final demo preparation</a:t>
            </a:r>
            <a:endParaRPr sz="56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Roboto"/>
              <a:ea typeface="Roboto"/>
              <a:cs typeface="Roboto"/>
              <a:sym typeface="Roboto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36" name="Google Shape;13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Expected Outcome</a:t>
            </a:r>
            <a:endParaRPr/>
          </a:p>
        </p:txBody>
      </p:sp>
      <p:sp>
        <p:nvSpPr>
          <p:cNvPr id="142" name="Google Shape;142;p7"/>
          <p:cNvSpPr txBox="1"/>
          <p:nvPr>
            <p:ph idx="1" type="body"/>
          </p:nvPr>
        </p:nvSpPr>
        <p:spPr>
          <a:xfrm>
            <a:off x="838200" y="1690700"/>
            <a:ext cx="10515600" cy="4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6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Students get a 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structured, interactive platform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to practice aptitude, coding, and HR skills.</a:t>
            </a:r>
            <a:br>
              <a:rPr lang="en-US" sz="2400">
                <a:latin typeface="Arial"/>
                <a:ea typeface="Arial"/>
                <a:cs typeface="Arial"/>
                <a:sym typeface="Arial"/>
              </a:rPr>
            </a:b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Gamified levels in aptitude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motivate users to progress and improve.</a:t>
            </a:r>
            <a:br>
              <a:rPr lang="en-US" sz="2400">
                <a:latin typeface="Arial"/>
                <a:ea typeface="Arial"/>
                <a:cs typeface="Arial"/>
                <a:sym typeface="Arial"/>
              </a:rPr>
            </a:b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AI-assisted code review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provides instant feedback on code quality and logic.</a:t>
            </a:r>
            <a:br>
              <a:rPr lang="en-US" sz="2400">
                <a:latin typeface="Arial"/>
                <a:ea typeface="Arial"/>
                <a:cs typeface="Arial"/>
                <a:sym typeface="Arial"/>
              </a:rPr>
            </a:b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HR module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helps students gain confidence for real interviews.</a:t>
            </a:r>
            <a:br>
              <a:rPr lang="en-US" sz="2400">
                <a:latin typeface="Arial"/>
                <a:ea typeface="Arial"/>
                <a:cs typeface="Arial"/>
                <a:sym typeface="Arial"/>
              </a:rPr>
            </a:b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Overall Impact: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Prepares students holistically for campus placements and tech interviews.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2024-08-22T05:23:39Z</dcterms:created>
  <dc:creator>admin</dc:creator>
</cp:coreProperties>
</file>